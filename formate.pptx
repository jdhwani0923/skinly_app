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470" r:id="rId3"/>
    <p:sldId id="257" r:id="rId4"/>
    <p:sldId id="469" r:id="rId5"/>
    <p:sldId id="46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56" autoAdjust="0"/>
    <p:restoredTop sz="94660"/>
  </p:normalViewPr>
  <p:slideViewPr>
    <p:cSldViewPr>
      <p:cViewPr varScale="1">
        <p:scale>
          <a:sx n="78" d="100"/>
          <a:sy n="78" d="100"/>
        </p:scale>
        <p:origin x="170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723EA-FB95-4AC8-A4BD-58E4669E0B1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53E84-709F-48AD-B377-36E236029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890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46754-D48D-4561-B55F-9FFCE584DA4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9CBC-FADD-4676-B5C3-313D902C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4925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09CBC-FADD-4676-B5C3-313D902CEF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28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0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7823A9-133F-442E-9BE6-B55F55A35407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0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38200" cy="79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31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9A8F3-C458-4A7F-8381-F162D0A5FB24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6A959C-253A-4732-A364-3F7972572838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1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5CDA54-F9C2-4AE0-A35F-BBB320900C40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8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770F2D0-8E3D-4806-88B7-A35EEEE634CB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A391245-9AD2-410B-81D5-23E049DAEA56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7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5A9C23-7BD8-4329-A009-2B1B7DF4CDCA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2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3F3668-C2E4-47B0-9F4D-70A47AFDBCBE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134502B-A5B8-4C9C-9496-E4BC2519CBE5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E1B723-7CA0-47A5-B864-E1D2576AFFE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7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B262-B04F-D925-B5B9-40E58EDE2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64F51-A3A1-F149-E0A1-87E830973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2DE21-CECE-80FE-997B-00A65226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59326-7ACE-FCBF-D5B8-31271F10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78138-4B39-BBCF-2EAD-EAE6AB9F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38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3405-A812-F84D-D297-FF41BF51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BD08-1FDC-FFA5-6A46-57FD7CF9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B6FC7-F787-6CAB-2558-EC34E15C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DE5E-CEB5-CB0B-BFDE-79C300C6F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B85D-F8F6-A81E-CB52-5B77D5F0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15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3598-F92F-902C-6D59-CD4BF224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6A9DC-41C1-5E2B-9C9C-10A69B6AC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3D440-7DF3-C3D9-2E4A-BE7D1CB7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4E5C-C231-F410-BB84-5D2FD1B7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143FE-5D06-E2F7-9E3B-744C9D3D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45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F5B-DFEA-685D-BEB5-DE3FE330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379D-19BA-E076-3CF9-9D0D53998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6D16C-705B-4209-564A-8297D4B4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F5181-9E13-18F8-A2D4-AC6EB73C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214E3-0BF2-E8CD-8C28-35484710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D1B8F-25A9-D6C2-49A9-556CFA89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89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42AF-003C-8921-9D35-3DD8BBBE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BD607-D39D-30D3-4A7C-097A9F03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C2D9E-E33C-75C1-FA9B-5EED6409B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C234B-8EA7-2951-11DD-F82B6FD01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72346-72A3-9178-1A00-A0C97DB21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34E88-4640-A730-63C7-2FCA0039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07CFA-7EF3-4EB5-2118-558E1D7A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D89D2-9CB1-A045-308E-9B726092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91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AFE5-8344-7F0F-FDDC-34A8EA43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01BCF-017E-0AD9-9365-CADB98AF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5594E-6F19-3214-5996-23FB56A2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C4DD6-C65E-BEF0-5224-30008996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31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8210C-9B02-0AAF-0D59-9AB8DA46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CA002-7F69-B8B9-EA8B-BBF200F7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B249-B0EF-3B95-2475-86E13738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90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01CB-B75A-566F-D291-BF90CD78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84994-9A6A-3F1A-191E-F8463062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5474B-0EC3-745F-65BA-CF77B55CD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84B78-BE54-22A2-E5E5-91BA459A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D4C63-F986-BCC9-DC21-B58FFA82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B0EE5-159F-E010-EAA5-4233DE50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970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A2CC-A643-BDE9-E329-B99C4747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231E2-B87C-AAA8-3471-D8175A4DA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7F99A-DC65-4688-AABA-3C7F433DB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26BA-6FEC-8E10-148B-27798B58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ADF46-EE09-C721-4E85-DDFADEB5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961D-94E0-0C89-33B0-DC6C225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55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BA22-640A-D412-F446-FBAD2030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90A70-5A63-9B0C-8179-17AA71213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3898-825F-C19F-3203-3437FB47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763C-9386-C7E5-E0B1-AED9742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D0171-E5A3-1049-1884-3CE124AF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2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D586C-096D-27CA-9248-E1A7E4497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092B7-39DB-9077-0177-95A9CE1B9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E61BD-63CE-42C0-8E55-39BAB1DD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70A10-E275-19EF-792F-5C325E20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5AF16-69DC-71FB-B352-85E81531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50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2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2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6400800"/>
            <a:ext cx="403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1524000" y="1645578"/>
            <a:ext cx="5867400" cy="17557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1600">
              <a:spcBef>
                <a:spcPts val="0"/>
              </a:spcBef>
            </a:pPr>
            <a:br>
              <a:rPr lang="en-US" b="1" dirty="0">
                <a:solidFill>
                  <a:srgbClr val="366092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7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EEC20-310C-B1E6-43D6-2973FCC0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C8AA6-1C51-60A3-E10A-BC4614E06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C7299-68A1-E240-97A4-7507257BD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1819A-DAAB-418A-9097-16F8D486B1F0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AB41-C52E-9D80-2586-E29C341E2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4542-44B6-A11B-A581-7B7521931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7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14851"/>
            <a:ext cx="2114550" cy="470576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Presented By: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Stu.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100" y="5600701"/>
            <a:ext cx="3028950" cy="273844"/>
          </a:xfrm>
        </p:spPr>
        <p:txBody>
          <a:bodyPr/>
          <a:lstStyle/>
          <a:p>
            <a:pPr defTabSz="6858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57900" y="5624514"/>
            <a:ext cx="1600200" cy="273844"/>
          </a:xfrm>
        </p:spPr>
        <p:txBody>
          <a:bodyPr/>
          <a:lstStyle/>
          <a:p>
            <a:pPr defTabSz="6858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257800" y="4629150"/>
            <a:ext cx="2628900" cy="748481"/>
          </a:xfrm>
          <a:prstGeom prst="rect">
            <a:avLst/>
          </a:prstGeom>
        </p:spPr>
        <p:txBody>
          <a:bodyPr vert="horz" lIns="68580" tIns="34290" rIns="68580" bIns="34290" rtlCol="0">
            <a:normAutofit fontScale="4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800"/>
            <a:r>
              <a:rPr lang="en-US" sz="2400" noProof="1">
                <a:solidFill>
                  <a:prstClr val="black"/>
                </a:solidFill>
                <a:latin typeface="Calibri" panose="020F0502020204030204"/>
              </a:rPr>
              <a:t>Under the Guidance:</a:t>
            </a:r>
          </a:p>
          <a:p>
            <a:pPr algn="l" defTabSz="685800"/>
            <a:r>
              <a:rPr lang="en-US" sz="2400" noProof="1">
                <a:solidFill>
                  <a:prstClr val="black"/>
                </a:solidFill>
                <a:latin typeface="Calibri" panose="020F0502020204030204"/>
              </a:rPr>
              <a:t>Guide name</a:t>
            </a:r>
          </a:p>
          <a:p>
            <a:pPr algn="l" defTabSz="685800"/>
            <a:br>
              <a:rPr lang="en-US" sz="2400" noProof="1">
                <a:solidFill>
                  <a:prstClr val="black"/>
                </a:solidFill>
                <a:latin typeface="Calibri" panose="020F0502020204030204"/>
              </a:rPr>
            </a:br>
            <a:endParaRPr lang="en-US" sz="2400" noProof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43050" y="2228851"/>
            <a:ext cx="5772150" cy="273598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Department of Computer Science</a:t>
            </a:r>
            <a:b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</a:br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Gujarat University</a:t>
            </a:r>
          </a:p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5 Year Integrated M.Sc.(Computer Science)</a:t>
            </a:r>
          </a:p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Semester – VI</a:t>
            </a:r>
          </a:p>
          <a:p>
            <a:pPr defTabSz="685800"/>
            <a:endParaRPr lang="en-US" sz="1800" b="1" dirty="0">
              <a:solidFill>
                <a:srgbClr val="366092"/>
              </a:solidFill>
              <a:latin typeface="Calibri Light" panose="020F0302020204030204"/>
            </a:endParaRPr>
          </a:p>
          <a:p>
            <a:pPr defTabSz="685800"/>
            <a:r>
              <a:rPr lang="en-US" sz="3000" b="1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     Name of project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1065260"/>
            <a:ext cx="13144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310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2A7B-6F65-2BB8-D001-89058AE8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7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B4662-7446-862D-AFC9-D91E4166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A067-B93A-272E-48EF-BA850CE6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FEEEC-9D60-1739-7472-A0280E8D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0C4CB-B279-2244-EF7A-00A26AE1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6BD6-65DB-5D34-586F-62264231D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54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A466-A4BA-7D78-5F71-74E8C496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1BA2F-78A8-3B5E-A9B3-2C46F8CF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FDAF6-648C-2865-B6B6-C4855160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0EB892-97A9-4A53-AEAC-2D91693E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4CACC-C948-4D99-FE5E-9EA93058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8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5780</TotalTime>
  <Words>64</Words>
  <Application>Microsoft Office PowerPoint</Application>
  <PresentationFormat>On-screen Show 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PowerPoint Presentation</vt:lpstr>
      <vt:lpstr>Title </vt:lpstr>
      <vt:lpstr>Title </vt:lpstr>
      <vt:lpstr>Title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Khyati Rami</dc:creator>
  <cp:lastModifiedBy>Tarak Mehta</cp:lastModifiedBy>
  <cp:revision>936</cp:revision>
  <dcterms:created xsi:type="dcterms:W3CDTF">2019-12-05T09:02:25Z</dcterms:created>
  <dcterms:modified xsi:type="dcterms:W3CDTF">2026-03-27T09:00:49Z</dcterms:modified>
</cp:coreProperties>
</file>